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</p:sldIdLst>
  <p:sldSz cx="9144000" cy="5143500" type="screen16x9"/>
  <p:notesSz cx="6858000" cy="9144000"/>
  <p:embeddedFontLst>
    <p:embeddedFont>
      <p:font typeface="Red Hat Display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-24"/>
      </p:cViewPr>
      <p:guideLst>
        <p:guide orient="horz" pos="1620"/>
        <p:guide pos="2880"/>
        <p:guide pos="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87D380-E604-45EC-8839-16D5F6446027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E55868-0EA0-429F-B16E-064C41D573A5}">
      <dgm:prSet phldrT="[Text]"/>
      <dgm:spPr/>
      <dgm:t>
        <a:bodyPr/>
        <a:lstStyle/>
        <a:p>
          <a:r>
            <a:rPr lang="en-US" dirty="0" smtClean="0"/>
            <a:t>Raw Images</a:t>
          </a:r>
          <a:endParaRPr lang="en-US" dirty="0"/>
        </a:p>
      </dgm:t>
    </dgm:pt>
    <dgm:pt modelId="{E46A9290-6700-45EB-B8CA-69215E9DB55F}" type="parTrans" cxnId="{26D14D2B-88C1-4B5C-B27E-F4639689AEE4}">
      <dgm:prSet/>
      <dgm:spPr/>
      <dgm:t>
        <a:bodyPr/>
        <a:lstStyle/>
        <a:p>
          <a:endParaRPr lang="en-US"/>
        </a:p>
      </dgm:t>
    </dgm:pt>
    <dgm:pt modelId="{DC8F7A12-21C4-481E-88AD-651BA6B9B37F}" type="sibTrans" cxnId="{26D14D2B-88C1-4B5C-B27E-F4639689AEE4}">
      <dgm:prSet/>
      <dgm:spPr/>
      <dgm:t>
        <a:bodyPr/>
        <a:lstStyle/>
        <a:p>
          <a:endParaRPr lang="en-US"/>
        </a:p>
      </dgm:t>
    </dgm:pt>
    <dgm:pt modelId="{C2E17694-18AC-4B1C-A78D-54E80B0E7156}">
      <dgm:prSet phldrT="[Text]"/>
      <dgm:spPr/>
      <dgm:t>
        <a:bodyPr/>
        <a:lstStyle/>
        <a:p>
          <a:r>
            <a:rPr lang="en-US" dirty="0" smtClean="0"/>
            <a:t>Train/Test/Val Split</a:t>
          </a:r>
          <a:endParaRPr lang="en-US" dirty="0"/>
        </a:p>
      </dgm:t>
    </dgm:pt>
    <dgm:pt modelId="{44F835D5-D83F-4A8E-B3AB-E1DE8C1A4607}" type="parTrans" cxnId="{C9EEE965-53E0-409D-94FB-FA1FCF332BC6}">
      <dgm:prSet/>
      <dgm:spPr/>
      <dgm:t>
        <a:bodyPr/>
        <a:lstStyle/>
        <a:p>
          <a:endParaRPr lang="en-US"/>
        </a:p>
      </dgm:t>
    </dgm:pt>
    <dgm:pt modelId="{B5214A74-9167-41CA-87DA-51027D45538E}" type="sibTrans" cxnId="{C9EEE965-53E0-409D-94FB-FA1FCF332BC6}">
      <dgm:prSet/>
      <dgm:spPr/>
      <dgm:t>
        <a:bodyPr/>
        <a:lstStyle/>
        <a:p>
          <a:endParaRPr lang="en-US"/>
        </a:p>
      </dgm:t>
    </dgm:pt>
    <dgm:pt modelId="{0FAAD521-6A0B-4897-8467-672B22187E80}">
      <dgm:prSet phldrT="[Text]"/>
      <dgm:spPr/>
      <dgm:t>
        <a:bodyPr/>
        <a:lstStyle/>
        <a:p>
          <a:r>
            <a:rPr lang="en-US" dirty="0" smtClean="0"/>
            <a:t>Preprocessing</a:t>
          </a:r>
          <a:endParaRPr lang="en-US" dirty="0"/>
        </a:p>
      </dgm:t>
    </dgm:pt>
    <dgm:pt modelId="{E329EB0B-850C-4CB8-9B0A-F37482E271D8}" type="parTrans" cxnId="{07BF97D8-AE04-4772-9480-211B68254587}">
      <dgm:prSet/>
      <dgm:spPr/>
      <dgm:t>
        <a:bodyPr/>
        <a:lstStyle/>
        <a:p>
          <a:endParaRPr lang="en-US"/>
        </a:p>
      </dgm:t>
    </dgm:pt>
    <dgm:pt modelId="{D87462E4-0F03-4FD7-8981-78D3BB638E93}" type="sibTrans" cxnId="{07BF97D8-AE04-4772-9480-211B68254587}">
      <dgm:prSet/>
      <dgm:spPr/>
      <dgm:t>
        <a:bodyPr/>
        <a:lstStyle/>
        <a:p>
          <a:endParaRPr lang="en-US"/>
        </a:p>
      </dgm:t>
    </dgm:pt>
    <dgm:pt modelId="{112DA519-0FB1-4F7C-91C3-C730A243D6CC}">
      <dgm:prSet phldrT="[Text]"/>
      <dgm:spPr/>
      <dgm:t>
        <a:bodyPr/>
        <a:lstStyle/>
        <a:p>
          <a:r>
            <a:rPr lang="en-US" dirty="0" smtClean="0"/>
            <a:t>ResNet-50</a:t>
          </a:r>
          <a:endParaRPr lang="en-US" dirty="0"/>
        </a:p>
      </dgm:t>
    </dgm:pt>
    <dgm:pt modelId="{493233D8-242D-4B77-A801-35310D12C770}" type="parTrans" cxnId="{78F7D377-F10D-4EC6-A68D-055A3252D60C}">
      <dgm:prSet/>
      <dgm:spPr/>
      <dgm:t>
        <a:bodyPr/>
        <a:lstStyle/>
        <a:p>
          <a:endParaRPr lang="en-US"/>
        </a:p>
      </dgm:t>
    </dgm:pt>
    <dgm:pt modelId="{EE22EFE5-F4F7-40BF-89F8-BEA0A269BD1B}" type="sibTrans" cxnId="{78F7D377-F10D-4EC6-A68D-055A3252D60C}">
      <dgm:prSet/>
      <dgm:spPr/>
      <dgm:t>
        <a:bodyPr/>
        <a:lstStyle/>
        <a:p>
          <a:endParaRPr lang="en-US"/>
        </a:p>
      </dgm:t>
    </dgm:pt>
    <dgm:pt modelId="{0EAEBD51-B7B9-4139-A16A-A2C1F1CB98AE}">
      <dgm:prSet phldrT="[Text]"/>
      <dgm:spPr/>
      <dgm:t>
        <a:bodyPr/>
        <a:lstStyle/>
        <a:p>
          <a:r>
            <a:rPr lang="en-US" dirty="0" smtClean="0"/>
            <a:t>Classification</a:t>
          </a:r>
          <a:endParaRPr lang="en-US" dirty="0"/>
        </a:p>
      </dgm:t>
    </dgm:pt>
    <dgm:pt modelId="{F413BF23-5D64-421B-A4CB-6B17EFFBAF2B}" type="parTrans" cxnId="{4A996002-5DD3-4133-BA7A-4126559BD552}">
      <dgm:prSet/>
      <dgm:spPr/>
      <dgm:t>
        <a:bodyPr/>
        <a:lstStyle/>
        <a:p>
          <a:endParaRPr lang="en-US"/>
        </a:p>
      </dgm:t>
    </dgm:pt>
    <dgm:pt modelId="{AFD180E6-2666-4B65-BE09-63D3061BC7CF}" type="sibTrans" cxnId="{4A996002-5DD3-4133-BA7A-4126559BD552}">
      <dgm:prSet/>
      <dgm:spPr/>
      <dgm:t>
        <a:bodyPr/>
        <a:lstStyle/>
        <a:p>
          <a:endParaRPr lang="en-US"/>
        </a:p>
      </dgm:t>
    </dgm:pt>
    <dgm:pt modelId="{AD0F8A64-6B81-42B2-AA7A-4D319FC0C459}" type="pres">
      <dgm:prSet presAssocID="{E287D380-E604-45EC-8839-16D5F6446027}" presName="diagram" presStyleCnt="0">
        <dgm:presLayoutVars>
          <dgm:dir/>
          <dgm:resizeHandles val="exact"/>
        </dgm:presLayoutVars>
      </dgm:prSet>
      <dgm:spPr/>
    </dgm:pt>
    <dgm:pt modelId="{35407BC1-1714-4A11-8B52-DF5BC8BF9C3D}" type="pres">
      <dgm:prSet presAssocID="{27E55868-0EA0-429F-B16E-064C41D573A5}" presName="node" presStyleLbl="node1" presStyleIdx="0" presStyleCnt="5">
        <dgm:presLayoutVars>
          <dgm:bulletEnabled val="1"/>
        </dgm:presLayoutVars>
      </dgm:prSet>
      <dgm:spPr/>
    </dgm:pt>
    <dgm:pt modelId="{1E594082-51A0-456D-8184-2D53715FF2CF}" type="pres">
      <dgm:prSet presAssocID="{DC8F7A12-21C4-481E-88AD-651BA6B9B37F}" presName="sibTrans" presStyleLbl="sibTrans2D1" presStyleIdx="0" presStyleCnt="4"/>
      <dgm:spPr/>
    </dgm:pt>
    <dgm:pt modelId="{DACCFDA4-2C4E-4F45-BF94-B6D05C333FBB}" type="pres">
      <dgm:prSet presAssocID="{DC8F7A12-21C4-481E-88AD-651BA6B9B37F}" presName="connectorText" presStyleLbl="sibTrans2D1" presStyleIdx="0" presStyleCnt="4"/>
      <dgm:spPr/>
    </dgm:pt>
    <dgm:pt modelId="{4D2A6956-58FA-4C93-A854-4B521144880C}" type="pres">
      <dgm:prSet presAssocID="{C2E17694-18AC-4B1C-A78D-54E80B0E71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5516F7-5B68-4515-BAA1-E25351726080}" type="pres">
      <dgm:prSet presAssocID="{B5214A74-9167-41CA-87DA-51027D45538E}" presName="sibTrans" presStyleLbl="sibTrans2D1" presStyleIdx="1" presStyleCnt="4"/>
      <dgm:spPr/>
    </dgm:pt>
    <dgm:pt modelId="{8B12E08A-F096-4BDE-BBA5-0C6ED9D47D50}" type="pres">
      <dgm:prSet presAssocID="{B5214A74-9167-41CA-87DA-51027D45538E}" presName="connectorText" presStyleLbl="sibTrans2D1" presStyleIdx="1" presStyleCnt="4"/>
      <dgm:spPr/>
    </dgm:pt>
    <dgm:pt modelId="{3D67BBFF-9966-48AD-81BF-2718E5B70B18}" type="pres">
      <dgm:prSet presAssocID="{0FAAD521-6A0B-4897-8467-672B22187E8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953AE8-EE9E-4893-A01D-68D812FABB11}" type="pres">
      <dgm:prSet presAssocID="{D87462E4-0F03-4FD7-8981-78D3BB638E93}" presName="sibTrans" presStyleLbl="sibTrans2D1" presStyleIdx="2" presStyleCnt="4"/>
      <dgm:spPr/>
    </dgm:pt>
    <dgm:pt modelId="{9BD13B4D-ABCC-4F28-BAAB-96A22FEA5CA0}" type="pres">
      <dgm:prSet presAssocID="{D87462E4-0F03-4FD7-8981-78D3BB638E93}" presName="connectorText" presStyleLbl="sibTrans2D1" presStyleIdx="2" presStyleCnt="4"/>
      <dgm:spPr/>
    </dgm:pt>
    <dgm:pt modelId="{12227825-2E14-49F3-BF6E-2C3CF72D6F42}" type="pres">
      <dgm:prSet presAssocID="{112DA519-0FB1-4F7C-91C3-C730A243D6CC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DD4015-9B89-4D19-872B-8D7ECD9B3D81}" type="pres">
      <dgm:prSet presAssocID="{EE22EFE5-F4F7-40BF-89F8-BEA0A269BD1B}" presName="sibTrans" presStyleLbl="sibTrans2D1" presStyleIdx="3" presStyleCnt="4"/>
      <dgm:spPr/>
    </dgm:pt>
    <dgm:pt modelId="{5649A1EE-C830-4E9B-9ABB-BAE70F6D9593}" type="pres">
      <dgm:prSet presAssocID="{EE22EFE5-F4F7-40BF-89F8-BEA0A269BD1B}" presName="connectorText" presStyleLbl="sibTrans2D1" presStyleIdx="3" presStyleCnt="4"/>
      <dgm:spPr/>
    </dgm:pt>
    <dgm:pt modelId="{8B20DBCF-6C8B-409D-9683-3A3902C66AB7}" type="pres">
      <dgm:prSet presAssocID="{0EAEBD51-B7B9-4139-A16A-A2C1F1CB98AE}" presName="node" presStyleLbl="node1" presStyleIdx="4" presStyleCnt="5">
        <dgm:presLayoutVars>
          <dgm:bulletEnabled val="1"/>
        </dgm:presLayoutVars>
      </dgm:prSet>
      <dgm:spPr/>
    </dgm:pt>
  </dgm:ptLst>
  <dgm:cxnLst>
    <dgm:cxn modelId="{4A996002-5DD3-4133-BA7A-4126559BD552}" srcId="{E287D380-E604-45EC-8839-16D5F6446027}" destId="{0EAEBD51-B7B9-4139-A16A-A2C1F1CB98AE}" srcOrd="4" destOrd="0" parTransId="{F413BF23-5D64-421B-A4CB-6B17EFFBAF2B}" sibTransId="{AFD180E6-2666-4B65-BE09-63D3061BC7CF}"/>
    <dgm:cxn modelId="{9729604D-FDF5-4F5A-8AF5-88D3D797EE81}" type="presOf" srcId="{C2E17694-18AC-4B1C-A78D-54E80B0E7156}" destId="{4D2A6956-58FA-4C93-A854-4B521144880C}" srcOrd="0" destOrd="0" presId="urn:microsoft.com/office/officeart/2005/8/layout/process5"/>
    <dgm:cxn modelId="{12D175BE-88C1-46E4-AA0F-FBCB5EDF4A79}" type="presOf" srcId="{D87462E4-0F03-4FD7-8981-78D3BB638E93}" destId="{9BD13B4D-ABCC-4F28-BAAB-96A22FEA5CA0}" srcOrd="1" destOrd="0" presId="urn:microsoft.com/office/officeart/2005/8/layout/process5"/>
    <dgm:cxn modelId="{A1F40F83-851D-4A33-B6C4-1B5986C6CA4F}" type="presOf" srcId="{D87462E4-0F03-4FD7-8981-78D3BB638E93}" destId="{DF953AE8-EE9E-4893-A01D-68D812FABB11}" srcOrd="0" destOrd="0" presId="urn:microsoft.com/office/officeart/2005/8/layout/process5"/>
    <dgm:cxn modelId="{2062D957-2B4B-4C24-888B-B644F8C01ED1}" type="presOf" srcId="{E287D380-E604-45EC-8839-16D5F6446027}" destId="{AD0F8A64-6B81-42B2-AA7A-4D319FC0C459}" srcOrd="0" destOrd="0" presId="urn:microsoft.com/office/officeart/2005/8/layout/process5"/>
    <dgm:cxn modelId="{7A07EB5C-65FD-436D-ADE7-1CF73DE847E7}" type="presOf" srcId="{0EAEBD51-B7B9-4139-A16A-A2C1F1CB98AE}" destId="{8B20DBCF-6C8B-409D-9683-3A3902C66AB7}" srcOrd="0" destOrd="0" presId="urn:microsoft.com/office/officeart/2005/8/layout/process5"/>
    <dgm:cxn modelId="{A7DF25B8-8C15-40D8-8CE4-073CE086BB5F}" type="presOf" srcId="{EE22EFE5-F4F7-40BF-89F8-BEA0A269BD1B}" destId="{5649A1EE-C830-4E9B-9ABB-BAE70F6D9593}" srcOrd="1" destOrd="0" presId="urn:microsoft.com/office/officeart/2005/8/layout/process5"/>
    <dgm:cxn modelId="{C9EEE965-53E0-409D-94FB-FA1FCF332BC6}" srcId="{E287D380-E604-45EC-8839-16D5F6446027}" destId="{C2E17694-18AC-4B1C-A78D-54E80B0E7156}" srcOrd="1" destOrd="0" parTransId="{44F835D5-D83F-4A8E-B3AB-E1DE8C1A4607}" sibTransId="{B5214A74-9167-41CA-87DA-51027D45538E}"/>
    <dgm:cxn modelId="{5BE93381-E8A9-42FD-8F1E-2C120E63B21D}" type="presOf" srcId="{EE22EFE5-F4F7-40BF-89F8-BEA0A269BD1B}" destId="{6FDD4015-9B89-4D19-872B-8D7ECD9B3D81}" srcOrd="0" destOrd="0" presId="urn:microsoft.com/office/officeart/2005/8/layout/process5"/>
    <dgm:cxn modelId="{43CF2F21-E68D-41E0-8530-FE4FFEAE21A4}" type="presOf" srcId="{27E55868-0EA0-429F-B16E-064C41D573A5}" destId="{35407BC1-1714-4A11-8B52-DF5BC8BF9C3D}" srcOrd="0" destOrd="0" presId="urn:microsoft.com/office/officeart/2005/8/layout/process5"/>
    <dgm:cxn modelId="{07BF97D8-AE04-4772-9480-211B68254587}" srcId="{E287D380-E604-45EC-8839-16D5F6446027}" destId="{0FAAD521-6A0B-4897-8467-672B22187E80}" srcOrd="2" destOrd="0" parTransId="{E329EB0B-850C-4CB8-9B0A-F37482E271D8}" sibTransId="{D87462E4-0F03-4FD7-8981-78D3BB638E93}"/>
    <dgm:cxn modelId="{78F7D377-F10D-4EC6-A68D-055A3252D60C}" srcId="{E287D380-E604-45EC-8839-16D5F6446027}" destId="{112DA519-0FB1-4F7C-91C3-C730A243D6CC}" srcOrd="3" destOrd="0" parTransId="{493233D8-242D-4B77-A801-35310D12C770}" sibTransId="{EE22EFE5-F4F7-40BF-89F8-BEA0A269BD1B}"/>
    <dgm:cxn modelId="{919E71B4-9555-43D2-8F28-2F3508CC599B}" type="presOf" srcId="{B5214A74-9167-41CA-87DA-51027D45538E}" destId="{F25516F7-5B68-4515-BAA1-E25351726080}" srcOrd="0" destOrd="0" presId="urn:microsoft.com/office/officeart/2005/8/layout/process5"/>
    <dgm:cxn modelId="{64976704-1D3E-471A-9179-25F1D5979210}" type="presOf" srcId="{0FAAD521-6A0B-4897-8467-672B22187E80}" destId="{3D67BBFF-9966-48AD-81BF-2718E5B70B18}" srcOrd="0" destOrd="0" presId="urn:microsoft.com/office/officeart/2005/8/layout/process5"/>
    <dgm:cxn modelId="{5AC9D06B-7D9E-4BD4-B86B-9D1062465984}" type="presOf" srcId="{DC8F7A12-21C4-481E-88AD-651BA6B9B37F}" destId="{DACCFDA4-2C4E-4F45-BF94-B6D05C333FBB}" srcOrd="1" destOrd="0" presId="urn:microsoft.com/office/officeart/2005/8/layout/process5"/>
    <dgm:cxn modelId="{26D14D2B-88C1-4B5C-B27E-F4639689AEE4}" srcId="{E287D380-E604-45EC-8839-16D5F6446027}" destId="{27E55868-0EA0-429F-B16E-064C41D573A5}" srcOrd="0" destOrd="0" parTransId="{E46A9290-6700-45EB-B8CA-69215E9DB55F}" sibTransId="{DC8F7A12-21C4-481E-88AD-651BA6B9B37F}"/>
    <dgm:cxn modelId="{8C8E276D-0B53-4A9F-A6C2-77136B38316A}" type="presOf" srcId="{DC8F7A12-21C4-481E-88AD-651BA6B9B37F}" destId="{1E594082-51A0-456D-8184-2D53715FF2CF}" srcOrd="0" destOrd="0" presId="urn:microsoft.com/office/officeart/2005/8/layout/process5"/>
    <dgm:cxn modelId="{65D5EED5-3490-4B12-955A-5D9A599867E1}" type="presOf" srcId="{B5214A74-9167-41CA-87DA-51027D45538E}" destId="{8B12E08A-F096-4BDE-BBA5-0C6ED9D47D50}" srcOrd="1" destOrd="0" presId="urn:microsoft.com/office/officeart/2005/8/layout/process5"/>
    <dgm:cxn modelId="{2CAB8134-9597-4103-9995-936F711B8AF3}" type="presOf" srcId="{112DA519-0FB1-4F7C-91C3-C730A243D6CC}" destId="{12227825-2E14-49F3-BF6E-2C3CF72D6F42}" srcOrd="0" destOrd="0" presId="urn:microsoft.com/office/officeart/2005/8/layout/process5"/>
    <dgm:cxn modelId="{4B39AE5E-AD91-45B5-AAE7-1260A3A5C929}" type="presParOf" srcId="{AD0F8A64-6B81-42B2-AA7A-4D319FC0C459}" destId="{35407BC1-1714-4A11-8B52-DF5BC8BF9C3D}" srcOrd="0" destOrd="0" presId="urn:microsoft.com/office/officeart/2005/8/layout/process5"/>
    <dgm:cxn modelId="{1C9C72D9-6B26-41CA-9709-7753933F8FBD}" type="presParOf" srcId="{AD0F8A64-6B81-42B2-AA7A-4D319FC0C459}" destId="{1E594082-51A0-456D-8184-2D53715FF2CF}" srcOrd="1" destOrd="0" presId="urn:microsoft.com/office/officeart/2005/8/layout/process5"/>
    <dgm:cxn modelId="{08959F11-7018-494A-A621-62F34504E9A2}" type="presParOf" srcId="{1E594082-51A0-456D-8184-2D53715FF2CF}" destId="{DACCFDA4-2C4E-4F45-BF94-B6D05C333FBB}" srcOrd="0" destOrd="0" presId="urn:microsoft.com/office/officeart/2005/8/layout/process5"/>
    <dgm:cxn modelId="{AA0144AB-22F4-47B5-B943-53294B6A99CB}" type="presParOf" srcId="{AD0F8A64-6B81-42B2-AA7A-4D319FC0C459}" destId="{4D2A6956-58FA-4C93-A854-4B521144880C}" srcOrd="2" destOrd="0" presId="urn:microsoft.com/office/officeart/2005/8/layout/process5"/>
    <dgm:cxn modelId="{4C61EE79-145E-4474-AF71-CD7A16B6A930}" type="presParOf" srcId="{AD0F8A64-6B81-42B2-AA7A-4D319FC0C459}" destId="{F25516F7-5B68-4515-BAA1-E25351726080}" srcOrd="3" destOrd="0" presId="urn:microsoft.com/office/officeart/2005/8/layout/process5"/>
    <dgm:cxn modelId="{916DB15C-9541-478E-B6E2-E4D22C635BA5}" type="presParOf" srcId="{F25516F7-5B68-4515-BAA1-E25351726080}" destId="{8B12E08A-F096-4BDE-BBA5-0C6ED9D47D50}" srcOrd="0" destOrd="0" presId="urn:microsoft.com/office/officeart/2005/8/layout/process5"/>
    <dgm:cxn modelId="{D01C743B-3495-42E6-A33C-6D18F2D79F66}" type="presParOf" srcId="{AD0F8A64-6B81-42B2-AA7A-4D319FC0C459}" destId="{3D67BBFF-9966-48AD-81BF-2718E5B70B18}" srcOrd="4" destOrd="0" presId="urn:microsoft.com/office/officeart/2005/8/layout/process5"/>
    <dgm:cxn modelId="{BBC9E4DE-3915-41B6-A282-76F0F17AE85F}" type="presParOf" srcId="{AD0F8A64-6B81-42B2-AA7A-4D319FC0C459}" destId="{DF953AE8-EE9E-4893-A01D-68D812FABB11}" srcOrd="5" destOrd="0" presId="urn:microsoft.com/office/officeart/2005/8/layout/process5"/>
    <dgm:cxn modelId="{B9750546-4C7E-4926-B398-590A4D29C8A3}" type="presParOf" srcId="{DF953AE8-EE9E-4893-A01D-68D812FABB11}" destId="{9BD13B4D-ABCC-4F28-BAAB-96A22FEA5CA0}" srcOrd="0" destOrd="0" presId="urn:microsoft.com/office/officeart/2005/8/layout/process5"/>
    <dgm:cxn modelId="{388E30BB-892A-4419-BAC8-F4B58E54BA58}" type="presParOf" srcId="{AD0F8A64-6B81-42B2-AA7A-4D319FC0C459}" destId="{12227825-2E14-49F3-BF6E-2C3CF72D6F42}" srcOrd="6" destOrd="0" presId="urn:microsoft.com/office/officeart/2005/8/layout/process5"/>
    <dgm:cxn modelId="{E1CD2C82-756C-4DE5-AD79-13C044F1C793}" type="presParOf" srcId="{AD0F8A64-6B81-42B2-AA7A-4D319FC0C459}" destId="{6FDD4015-9B89-4D19-872B-8D7ECD9B3D81}" srcOrd="7" destOrd="0" presId="urn:microsoft.com/office/officeart/2005/8/layout/process5"/>
    <dgm:cxn modelId="{246F4E0C-E92B-4781-9CD7-87B7924336BC}" type="presParOf" srcId="{6FDD4015-9B89-4D19-872B-8D7ECD9B3D81}" destId="{5649A1EE-C830-4E9B-9ABB-BAE70F6D9593}" srcOrd="0" destOrd="0" presId="urn:microsoft.com/office/officeart/2005/8/layout/process5"/>
    <dgm:cxn modelId="{5FF78DAB-B98F-4717-89F7-4D47A55EB224}" type="presParOf" srcId="{AD0F8A64-6B81-42B2-AA7A-4D319FC0C459}" destId="{8B20DBCF-6C8B-409D-9683-3A3902C66AB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07BC1-1714-4A11-8B52-DF5BC8BF9C3D}">
      <dsp:nvSpPr>
        <dsp:cNvPr id="0" name=""/>
        <dsp:cNvSpPr/>
      </dsp:nvSpPr>
      <dsp:spPr>
        <a:xfrm>
          <a:off x="231703" y="435"/>
          <a:ext cx="1080883" cy="648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Raw Images</a:t>
          </a:r>
          <a:endParaRPr lang="en-US" sz="1100" kern="1200" dirty="0"/>
        </a:p>
      </dsp:txBody>
      <dsp:txXfrm>
        <a:off x="250698" y="19430"/>
        <a:ext cx="1042893" cy="610539"/>
      </dsp:txXfrm>
    </dsp:sp>
    <dsp:sp modelId="{1E594082-51A0-456D-8184-2D53715FF2CF}">
      <dsp:nvSpPr>
        <dsp:cNvPr id="0" name=""/>
        <dsp:cNvSpPr/>
      </dsp:nvSpPr>
      <dsp:spPr>
        <a:xfrm>
          <a:off x="1407704" y="190671"/>
          <a:ext cx="229147" cy="268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407704" y="244283"/>
        <a:ext cx="160403" cy="160835"/>
      </dsp:txXfrm>
    </dsp:sp>
    <dsp:sp modelId="{4D2A6956-58FA-4C93-A854-4B521144880C}">
      <dsp:nvSpPr>
        <dsp:cNvPr id="0" name=""/>
        <dsp:cNvSpPr/>
      </dsp:nvSpPr>
      <dsp:spPr>
        <a:xfrm>
          <a:off x="1744939" y="435"/>
          <a:ext cx="1080883" cy="648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Train/Test/Val Split</a:t>
          </a:r>
          <a:endParaRPr lang="en-US" sz="1100" kern="1200" dirty="0"/>
        </a:p>
      </dsp:txBody>
      <dsp:txXfrm>
        <a:off x="1763934" y="19430"/>
        <a:ext cx="1042893" cy="610539"/>
      </dsp:txXfrm>
    </dsp:sp>
    <dsp:sp modelId="{F25516F7-5B68-4515-BAA1-E25351726080}">
      <dsp:nvSpPr>
        <dsp:cNvPr id="0" name=""/>
        <dsp:cNvSpPr/>
      </dsp:nvSpPr>
      <dsp:spPr>
        <a:xfrm rot="5400000">
          <a:off x="2170807" y="724627"/>
          <a:ext cx="229147" cy="268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 rot="-5400000">
        <a:off x="2204963" y="744083"/>
        <a:ext cx="160835" cy="160403"/>
      </dsp:txXfrm>
    </dsp:sp>
    <dsp:sp modelId="{3D67BBFF-9966-48AD-81BF-2718E5B70B18}">
      <dsp:nvSpPr>
        <dsp:cNvPr id="0" name=""/>
        <dsp:cNvSpPr/>
      </dsp:nvSpPr>
      <dsp:spPr>
        <a:xfrm>
          <a:off x="1744939" y="1081319"/>
          <a:ext cx="1080883" cy="648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Preprocessing</a:t>
          </a:r>
          <a:endParaRPr lang="en-US" sz="1100" kern="1200" dirty="0"/>
        </a:p>
      </dsp:txBody>
      <dsp:txXfrm>
        <a:off x="1763934" y="1100314"/>
        <a:ext cx="1042893" cy="610539"/>
      </dsp:txXfrm>
    </dsp:sp>
    <dsp:sp modelId="{DF953AE8-EE9E-4893-A01D-68D812FABB11}">
      <dsp:nvSpPr>
        <dsp:cNvPr id="0" name=""/>
        <dsp:cNvSpPr/>
      </dsp:nvSpPr>
      <dsp:spPr>
        <a:xfrm rot="10800000">
          <a:off x="1420674" y="1271554"/>
          <a:ext cx="229147" cy="268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 rot="10800000">
        <a:off x="1489418" y="1325166"/>
        <a:ext cx="160403" cy="160835"/>
      </dsp:txXfrm>
    </dsp:sp>
    <dsp:sp modelId="{12227825-2E14-49F3-BF6E-2C3CF72D6F42}">
      <dsp:nvSpPr>
        <dsp:cNvPr id="0" name=""/>
        <dsp:cNvSpPr/>
      </dsp:nvSpPr>
      <dsp:spPr>
        <a:xfrm>
          <a:off x="231703" y="1081319"/>
          <a:ext cx="1080883" cy="648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ResNet-50</a:t>
          </a:r>
          <a:endParaRPr lang="en-US" sz="1100" kern="1200" dirty="0"/>
        </a:p>
      </dsp:txBody>
      <dsp:txXfrm>
        <a:off x="250698" y="1100314"/>
        <a:ext cx="1042893" cy="610539"/>
      </dsp:txXfrm>
    </dsp:sp>
    <dsp:sp modelId="{6FDD4015-9B89-4D19-872B-8D7ECD9B3D81}">
      <dsp:nvSpPr>
        <dsp:cNvPr id="0" name=""/>
        <dsp:cNvSpPr/>
      </dsp:nvSpPr>
      <dsp:spPr>
        <a:xfrm rot="5400000">
          <a:off x="657571" y="1805510"/>
          <a:ext cx="229147" cy="268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 rot="-5400000">
        <a:off x="691727" y="1824966"/>
        <a:ext cx="160835" cy="160403"/>
      </dsp:txXfrm>
    </dsp:sp>
    <dsp:sp modelId="{8B20DBCF-6C8B-409D-9683-3A3902C66AB7}">
      <dsp:nvSpPr>
        <dsp:cNvPr id="0" name=""/>
        <dsp:cNvSpPr/>
      </dsp:nvSpPr>
      <dsp:spPr>
        <a:xfrm>
          <a:off x="231703" y="2162202"/>
          <a:ext cx="1080883" cy="648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Classification</a:t>
          </a:r>
          <a:endParaRPr lang="en-US" sz="1100" kern="1200" dirty="0"/>
        </a:p>
      </dsp:txBody>
      <dsp:txXfrm>
        <a:off x="250698" y="2181197"/>
        <a:ext cx="1042893" cy="610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45946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95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59275" y="343802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 i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3075" y="992400"/>
            <a:ext cx="5682900" cy="21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447725" y="3020700"/>
            <a:ext cx="7233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5600" y="152400"/>
            <a:ext cx="2715887" cy="271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2200" y="866400"/>
            <a:ext cx="51435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0625" y="3678151"/>
            <a:ext cx="2130598" cy="213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724" y="4556824"/>
            <a:ext cx="2512000" cy="2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ITLE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ctrTitle"/>
          </p:nvPr>
        </p:nvSpPr>
        <p:spPr>
          <a:xfrm>
            <a:off x="2093850" y="859575"/>
            <a:ext cx="4956300" cy="17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57188" y="4400095"/>
            <a:ext cx="2829624" cy="3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t="19112"/>
          <a:stretch/>
        </p:blipFill>
        <p:spPr>
          <a:xfrm>
            <a:off x="-1530325" y="3251200"/>
            <a:ext cx="12103050" cy="6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SECTION_HEADER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None/>
              <a:defRPr sz="68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None/>
              <a:defRPr sz="6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Boxes">
  <p:cSld name="TITLE_ONLY_1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654225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362892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071559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65425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2"/>
          </p:nvPr>
        </p:nvSpPr>
        <p:spPr>
          <a:xfrm>
            <a:off x="336290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3"/>
          </p:nvPr>
        </p:nvSpPr>
        <p:spPr>
          <a:xfrm>
            <a:off x="6071575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>
            <a:spLocks noGrp="1"/>
          </p:cNvSpPr>
          <p:nvPr>
            <p:ph type="subTitle" idx="4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">
  <p:cSld name="MAIN_POINT_2_2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>
            <a:spLocks noGrp="1"/>
          </p:cNvSpPr>
          <p:nvPr>
            <p:ph type="pic" idx="2"/>
          </p:nvPr>
        </p:nvSpPr>
        <p:spPr>
          <a:xfrm>
            <a:off x="2633150" y="-127000"/>
            <a:ext cx="7450800" cy="53976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171450" dist="19050" dir="5400000" algn="bl" rotWithShape="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 3">
  <p:cSld name="MAIN_POINT_2_2_1_1">
    <p:bg>
      <p:bgPr>
        <a:solidFill>
          <a:srgbClr val="00000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3"/>
          <p:cNvSpPr>
            <a:spLocks noGrp="1"/>
          </p:cNvSpPr>
          <p:nvPr>
            <p:ph type="pic" idx="2"/>
          </p:nvPr>
        </p:nvSpPr>
        <p:spPr>
          <a:xfrm>
            <a:off x="2582350" y="-118525"/>
            <a:ext cx="7450800" cy="53805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38675" y="1089250"/>
            <a:ext cx="57909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378" lvl="1" indent="-3428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566" lvl="2" indent="-3301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754" lvl="3" indent="-31114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5943" lvl="4" indent="-2920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132" lvl="5" indent="-2793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320" lvl="6" indent="-2793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509" lvl="7" indent="-2793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697" lvl="8" indent="-2793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50" y="4527950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subTitle" idx="2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6" y="4405476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6" y="4514450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2" y="4943592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61984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pos="5358">
          <p15:clr>
            <a:srgbClr val="FA7B17"/>
          </p15:clr>
        </p15:guide>
        <p15:guide id="4294967295" pos="40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Source Sans Pro"/>
              <a:buNone/>
              <a:defRPr sz="34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61975" y="1719075"/>
            <a:ext cx="7623000" cy="25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9997" y="4297674"/>
            <a:ext cx="765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1" r:id="rId8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 dir="r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960">
          <p15:clr>
            <a:srgbClr val="EA4335"/>
          </p15:clr>
        </p15:guide>
        <p15:guide id="3" pos="1920">
          <p15:clr>
            <a:srgbClr val="EA4335"/>
          </p15:clr>
        </p15:guide>
        <p15:guide id="4" pos="3840">
          <p15:clr>
            <a:srgbClr val="EA4335"/>
          </p15:clr>
        </p15:guide>
        <p15:guide id="5" pos="4800">
          <p15:clr>
            <a:srgbClr val="EA4335"/>
          </p15:clr>
        </p15:guide>
        <p15:guide id="6" orient="horz" pos="541">
          <p15:clr>
            <a:srgbClr val="EA4335"/>
          </p15:clr>
        </p15:guide>
        <p15:guide id="7" orient="horz" pos="1083">
          <p15:clr>
            <a:srgbClr val="EA4335"/>
          </p15:clr>
        </p15:guide>
        <p15:guide id="8" orient="horz" pos="1624">
          <p15:clr>
            <a:srgbClr val="EA4335"/>
          </p15:clr>
        </p15:guide>
        <p15:guide id="9" orient="horz" pos="2166">
          <p15:clr>
            <a:srgbClr val="EA4335"/>
          </p15:clr>
        </p15:guide>
        <p15:guide id="10" orient="horz" pos="2707">
          <p15:clr>
            <a:srgbClr val="EA4335"/>
          </p15:clr>
        </p15:guide>
        <p15:guide id="11" pos="480">
          <p15:clr>
            <a:srgbClr val="EA4335"/>
          </p15:clr>
        </p15:guide>
        <p15:guide id="12" pos="1440">
          <p15:clr>
            <a:srgbClr val="EA4335"/>
          </p15:clr>
        </p15:guide>
        <p15:guide id="13" pos="2408">
          <p15:clr>
            <a:srgbClr val="EA4335"/>
          </p15:clr>
        </p15:guide>
        <p15:guide id="14" pos="4320">
          <p15:clr>
            <a:srgbClr val="EA4335"/>
          </p15:clr>
        </p15:guide>
        <p15:guide id="15" pos="3358">
          <p15:clr>
            <a:srgbClr val="EA4335"/>
          </p15:clr>
        </p15:guide>
        <p15:guide id="16" pos="528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ctrTitle"/>
          </p:nvPr>
        </p:nvSpPr>
        <p:spPr>
          <a:xfrm>
            <a:off x="413074" y="316570"/>
            <a:ext cx="6194203" cy="22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600" dirty="0"/>
              <a:t>Food Context Classification using Transfer Learning</a:t>
            </a:r>
            <a:endParaRPr sz="3600" dirty="0">
              <a:solidFill>
                <a:srgbClr val="282828"/>
              </a:solidFill>
            </a:endParaRPr>
          </a:p>
        </p:txBody>
      </p:sp>
      <p:sp>
        <p:nvSpPr>
          <p:cNvPr id="192" name="Google Shape;192;p24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91;p24"/>
          <p:cNvSpPr txBox="1">
            <a:spLocks noGrp="1"/>
          </p:cNvSpPr>
          <p:nvPr>
            <p:ph type="subTitle" idx="2"/>
          </p:nvPr>
        </p:nvSpPr>
        <p:spPr>
          <a:xfrm>
            <a:off x="413074" y="2843096"/>
            <a:ext cx="7233600" cy="72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sz="2000" dirty="0" smtClean="0"/>
              <a:t>Presenter – Raj Kamal Singh</a:t>
            </a:r>
          </a:p>
          <a:p>
            <a:pPr marL="0" lvl="0" indent="0"/>
            <a:r>
              <a:rPr lang="en-US" sz="2000" dirty="0" smtClean="0"/>
              <a:t>Group - 8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Project?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5" y="1089251"/>
            <a:ext cx="7348038" cy="3320518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Goal: classify food images into: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Home Food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Restaurant Food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Packaged Food </a:t>
            </a:r>
            <a:endParaRPr lang="en-US" alt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Focus is on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context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not food item identity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Real-world challenge: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lighting variation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cluttered backgrounds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mixed image quality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562" y="557212"/>
            <a:ext cx="1438949" cy="14389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206">
            <a:off x="7297397" y="820525"/>
            <a:ext cx="1056937" cy="15882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1774">
            <a:off x="6938662" y="2439812"/>
            <a:ext cx="1932324" cy="12858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38696">
            <a:off x="6015037" y="2917265"/>
            <a:ext cx="990600" cy="14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2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Dataset and Approach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5" y="1089250"/>
            <a:ext cx="7283744" cy="3325588"/>
          </a:xfrm>
        </p:spPr>
        <p:txBody>
          <a:bodyPr/>
          <a:lstStyle/>
          <a:p>
            <a:pPr marL="76199" indent="0">
              <a:buNone/>
            </a:pPr>
            <a:r>
              <a:rPr lang="en-US" b="1" dirty="0">
                <a:solidFill>
                  <a:schemeClr val="tx1"/>
                </a:solidFill>
              </a:rPr>
              <a:t>Dataset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Custom dataset collected from web images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classes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~300+ total images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76199" indent="0">
              <a:buNone/>
            </a:pPr>
            <a:r>
              <a:rPr lang="en-US" b="1" dirty="0">
                <a:solidFill>
                  <a:schemeClr val="tx1"/>
                </a:solidFill>
              </a:rPr>
              <a:t>Split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Train: 70%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Validation: 15%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Test: 15%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76199" indent="0">
              <a:buNone/>
            </a:pPr>
            <a:r>
              <a:rPr lang="en-US" b="1" dirty="0">
                <a:solidFill>
                  <a:schemeClr val="tx1"/>
                </a:solidFill>
              </a:rPr>
              <a:t>Model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Pretrained</a:t>
            </a:r>
            <a:r>
              <a:rPr lang="en-US" sz="1800" dirty="0">
                <a:solidFill>
                  <a:schemeClr val="tx1"/>
                </a:solidFill>
              </a:rPr>
              <a:t> ResNet-50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5469159"/>
              </p:ext>
            </p:extLst>
          </p:nvPr>
        </p:nvGraphicFramePr>
        <p:xfrm>
          <a:off x="5664994" y="1475082"/>
          <a:ext cx="3057526" cy="2811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95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Performed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5" y="1089250"/>
            <a:ext cx="3976188" cy="2011138"/>
          </a:xfrm>
        </p:spPr>
        <p:txBody>
          <a:bodyPr/>
          <a:lstStyle/>
          <a:p>
            <a:pPr marL="76199" indent="0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4 </a:t>
            </a:r>
            <a:r>
              <a:rPr lang="en-US" sz="2000" b="1" dirty="0">
                <a:solidFill>
                  <a:schemeClr val="tx1"/>
                </a:solidFill>
              </a:rPr>
              <a:t>Training Configurations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Baseline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 Augmentation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Synthetic Noise / Blur / Lighting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Combined </a:t>
            </a:r>
            <a:r>
              <a:rPr lang="en-US" sz="1800" dirty="0" smtClean="0">
                <a:solidFill>
                  <a:schemeClr val="tx1"/>
                </a:solidFill>
              </a:rPr>
              <a:t>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638675" y="3090193"/>
            <a:ext cx="3976188" cy="201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3809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378" marR="0" lvl="1" indent="-34289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566" marR="0" lvl="2" indent="-33019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754" marR="0" lvl="3" indent="-31114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5943" marR="0" lvl="4" indent="-2920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132" marR="0" lvl="5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320" marR="0" lvl="6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509" marR="0" lvl="7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697" marR="0" lvl="8" indent="-279393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199" indent="0">
              <a:buNone/>
            </a:pPr>
            <a:r>
              <a:rPr lang="en-US" sz="1800" b="1" dirty="0" smtClean="0">
                <a:solidFill>
                  <a:schemeClr val="tx1"/>
                </a:solidFill>
              </a:rPr>
              <a:t>Examples:</a:t>
            </a:r>
          </a:p>
          <a:p>
            <a:pPr marL="76199" indent="0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Augmentation: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rotation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crop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flip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4614863" y="3090193"/>
            <a:ext cx="3976188" cy="201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3809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378" marR="0" lvl="1" indent="-34289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566" marR="0" lvl="2" indent="-33019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754" marR="0" lvl="3" indent="-31114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5943" marR="0" lvl="4" indent="-2920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132" marR="0" lvl="5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320" marR="0" lvl="6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509" marR="0" lvl="7" indent="-27939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697" marR="0" lvl="8" indent="-279393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199" indent="0">
              <a:buNone/>
            </a:pPr>
            <a:r>
              <a:rPr lang="en-US" sz="1800" b="1" dirty="0" smtClean="0">
                <a:solidFill>
                  <a:schemeClr val="tx1"/>
                </a:solidFill>
              </a:rPr>
              <a:t>Examples:</a:t>
            </a:r>
          </a:p>
          <a:p>
            <a:pPr marL="76199" indent="0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Synthetic: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Gaussian blur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brightness shift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grayscale variation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4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74" y="419548"/>
            <a:ext cx="8382000" cy="626100"/>
          </a:xfrm>
        </p:spPr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144180"/>
              </p:ext>
            </p:extLst>
          </p:nvPr>
        </p:nvGraphicFramePr>
        <p:xfrm>
          <a:off x="638674" y="1089248"/>
          <a:ext cx="3976188" cy="2681065"/>
        </p:xfrm>
        <a:graphic>
          <a:graphicData uri="http://schemas.openxmlformats.org/drawingml/2006/table">
            <a:tbl>
              <a:tblPr/>
              <a:tblGrid>
                <a:gridCol w="1988094"/>
                <a:gridCol w="1988094"/>
              </a:tblGrid>
              <a:tr h="536213">
                <a:tc>
                  <a:txBody>
                    <a:bodyPr/>
                    <a:lstStyle/>
                    <a:p>
                      <a:r>
                        <a:rPr lang="en-US" sz="18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Test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213">
                <a:tc>
                  <a:txBody>
                    <a:bodyPr/>
                    <a:lstStyle/>
                    <a:p>
                      <a:r>
                        <a:rPr lang="en-US" sz="140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94.52%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213">
                <a:tc>
                  <a:txBody>
                    <a:bodyPr/>
                    <a:lstStyle/>
                    <a:p>
                      <a:r>
                        <a:rPr lang="en-US" sz="1400"/>
                        <a:t>Synthetic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93.15%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213">
                <a:tc>
                  <a:txBody>
                    <a:bodyPr/>
                    <a:lstStyle/>
                    <a:p>
                      <a:r>
                        <a:rPr lang="en-US" sz="1400"/>
                        <a:t>Augmentation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91.78%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213">
                <a:tc>
                  <a:txBody>
                    <a:bodyPr/>
                    <a:lstStyle/>
                    <a:p>
                      <a:r>
                        <a:rPr lang="en-US" sz="1400"/>
                        <a:t>Combined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86.30%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115" y="1045648"/>
            <a:ext cx="4059560" cy="304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4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Analysis and Insights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5" y="1089250"/>
            <a:ext cx="4340519" cy="3114900"/>
          </a:xfrm>
        </p:spPr>
        <p:txBody>
          <a:bodyPr/>
          <a:lstStyle/>
          <a:p>
            <a:pPr marL="76199" indent="0">
              <a:buNone/>
            </a:pPr>
            <a:r>
              <a:rPr lang="en-US" b="1" dirty="0">
                <a:solidFill>
                  <a:schemeClr val="tx1"/>
                </a:solidFill>
              </a:rPr>
              <a:t>Why?</a:t>
            </a:r>
          </a:p>
          <a:p>
            <a:pPr marL="76199" indent="0">
              <a:buNone/>
            </a:pPr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en-US" sz="2000" dirty="0">
                <a:solidFill>
                  <a:schemeClr val="tx1"/>
                </a:solidFill>
              </a:rPr>
              <a:t>Packaged food easiest class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✅ Strong logos / wrappers / shelf cues</a:t>
            </a:r>
          </a:p>
          <a:p>
            <a:pPr marL="76199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⚠ Main confusion:</a:t>
            </a:r>
          </a:p>
          <a:p>
            <a:pPr marL="628650" indent="-16986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Home Food vs Restaurant Food </a:t>
            </a:r>
          </a:p>
          <a:p>
            <a:pPr marL="76199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⚠ Heavy augmentation removed contextual cues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044" y="805766"/>
            <a:ext cx="3964781" cy="339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6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4" y="1089250"/>
            <a:ext cx="8155282" cy="3114900"/>
          </a:xfrm>
        </p:spPr>
        <p:txBody>
          <a:bodyPr/>
          <a:lstStyle/>
          <a:p>
            <a:pPr marL="76199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Key Takeaways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Transfer learning worked very well on small custom dataset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More augmentation does </a:t>
            </a:r>
            <a:r>
              <a:rPr lang="en-US" sz="2000" b="1" dirty="0">
                <a:solidFill>
                  <a:schemeClr val="tx1"/>
                </a:solidFill>
              </a:rPr>
              <a:t>not</a:t>
            </a:r>
            <a:r>
              <a:rPr lang="en-US" sz="2000" dirty="0">
                <a:solidFill>
                  <a:schemeClr val="tx1"/>
                </a:solidFill>
              </a:rPr>
              <a:t> always mean better accuracy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Context-sensitive tasks require careful transform design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76199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Future Work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Larger dataset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Mobile app deployment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Multi-label food + context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 smtClean="0"/>
          </a:p>
          <a:p>
            <a:pPr>
              <a:buSzPts val="1300"/>
            </a:pPr>
            <a:endParaRPr lang="en" sz="1300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01593"/>
      </p:ext>
    </p:extLst>
  </p:cSld>
  <p:clrMapOvr>
    <a:masterClrMapping/>
  </p:clrMapOvr>
</p:sld>
</file>

<file path=ppt/theme/theme1.xml><?xml version="1.0" encoding="utf-8"?>
<a:theme xmlns:a="http://schemas.openxmlformats.org/drawingml/2006/main" name="Fearlessly Forward / LIGHT">
  <a:themeElements>
    <a:clrScheme name="Simple Light">
      <a:dk1>
        <a:srgbClr val="000000"/>
      </a:dk1>
      <a:lt1>
        <a:srgbClr val="FFFFFF"/>
      </a:lt1>
      <a:dk2>
        <a:srgbClr val="636363"/>
      </a:dk2>
      <a:lt2>
        <a:srgbClr val="E6E6E6"/>
      </a:lt2>
      <a:accent1>
        <a:srgbClr val="E21833"/>
      </a:accent1>
      <a:accent2>
        <a:srgbClr val="A41124"/>
      </a:accent2>
      <a:accent3>
        <a:srgbClr val="820E1D"/>
      </a:accent3>
      <a:accent4>
        <a:srgbClr val="FFD200"/>
      </a:accent4>
      <a:accent5>
        <a:srgbClr val="CBA700"/>
      </a:accent5>
      <a:accent6>
        <a:srgbClr val="715D00"/>
      </a:accent6>
      <a:hlink>
        <a:srgbClr val="E218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194</Words>
  <Application>Microsoft Office PowerPoint</Application>
  <PresentationFormat>On-screen Show (16:9)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Source Sans Pro</vt:lpstr>
      <vt:lpstr>Red Hat Display</vt:lpstr>
      <vt:lpstr>Fearlessly Forward / LIGHT</vt:lpstr>
      <vt:lpstr>Food Context Classification using Transfer Learning</vt:lpstr>
      <vt:lpstr>Why This Project?</vt:lpstr>
      <vt:lpstr>Dataset and Approach</vt:lpstr>
      <vt:lpstr>Experiments Performed</vt:lpstr>
      <vt:lpstr>Results</vt:lpstr>
      <vt:lpstr>Analysis and Insights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THEME</dc:title>
  <cp:lastModifiedBy>Raj Kamal Singh</cp:lastModifiedBy>
  <cp:revision>33</cp:revision>
  <dcterms:modified xsi:type="dcterms:W3CDTF">2026-05-04T16:57:21Z</dcterms:modified>
</cp:coreProperties>
</file>